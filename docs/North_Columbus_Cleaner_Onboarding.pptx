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8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hyperlink" Target="https://example.com/supply-checklist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4023360"/>
            <a:ext cx="4114800" cy="4114800"/>
          </a:xfrm>
          <a:prstGeom prst="roundRect">
            <a:avLst>
              <a:gd name="adj" fmla="val 7333"/>
            </a:avLst>
          </a:prstGeom>
          <a:solidFill>
            <a:srgbClr val="2D7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454335" y="5120640"/>
            <a:ext cx="3108960" cy="3108960"/>
          </a:xfrm>
          <a:prstGeom prst="roundRect">
            <a:avLst>
              <a:gd name="adj" fmla="val 9706"/>
            </a:avLst>
          </a:prstGeom>
          <a:solidFill>
            <a:srgbClr val="C9E265"/>
          </a:solidFill>
          <a:ln/>
        </p:spPr>
      </p:sp>
      <p:sp>
        <p:nvSpPr>
          <p:cNvPr id="4" name="Shape 2"/>
          <p:cNvSpPr/>
          <p:nvPr/>
        </p:nvSpPr>
        <p:spPr>
          <a:xfrm>
            <a:off x="587959" y="542239"/>
            <a:ext cx="1430122" cy="1430122"/>
          </a:xfrm>
          <a:prstGeom prst="roundRect">
            <a:avLst>
              <a:gd name="adj" fmla="val 21100"/>
            </a:avLst>
          </a:prstGeom>
          <a:solidFill>
            <a:srgbClr val="FAF9F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COLUMBUS CLEANING LLC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8952" y="274320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777240" y="4846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Presented by  </a:t>
            </a:r>
            <a:pPr indent="0" marL="0">
              <a:buNone/>
            </a:pPr>
            <a:r>
              <a:rPr lang="en-US" sz="1600" b="1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North Columbus Cleaning Team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to the team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777240" y="192024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Columbus Cleaning Company is a local, professional cleaning service for homes and businesses across the North Columbus, Ohio area.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believe a clean, organized space makes everyday life better — and we get it right the first time. We're glad to have you on board.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138160" y="1828800"/>
            <a:ext cx="3246120" cy="3108960"/>
          </a:xfrm>
          <a:prstGeom prst="roundRect">
            <a:avLst>
              <a:gd name="adj" fmla="val 9706"/>
            </a:avLst>
          </a:prstGeom>
          <a:solidFill>
            <a:srgbClr val="1A4D2E"/>
          </a:solidFill>
          <a:ln/>
        </p:spPr>
      </p:sp>
      <p:sp>
        <p:nvSpPr>
          <p:cNvPr id="6" name="Shape 3"/>
          <p:cNvSpPr/>
          <p:nvPr/>
        </p:nvSpPr>
        <p:spPr>
          <a:xfrm>
            <a:off x="8983980" y="2217420"/>
            <a:ext cx="1554480" cy="1554480"/>
          </a:xfrm>
          <a:prstGeom prst="roundRect">
            <a:avLst>
              <a:gd name="adj" fmla="val 19412"/>
            </a:avLst>
          </a:prstGeom>
          <a:solidFill>
            <a:srgbClr val="FAF9F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423160"/>
            <a:ext cx="1143000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0" y="3977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 right.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D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02920"/>
            <a:ext cx="77724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C9E26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106424"/>
            <a:ext cx="438912" cy="43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your role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77240" y="2286000"/>
            <a:ext cx="10607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an independent contractor cleaner, you choose your assignments and set your own schedule.</a:t>
            </a:r>
            <a:endParaRPr lang="en-US" sz="2000" dirty="0"/>
          </a:p>
          <a:p>
            <a:pPr indent="0" marL="0">
              <a:lnSpc>
                <a:spcPts val="31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job is to deliver thorough, detail-oriented cleaning to homes and businesses — working independently, keeping client information confidential, and communicating professionally.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value flexibility and take pride in your work, you'll fit right in.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D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02920"/>
            <a:ext cx="77724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C9E26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106424"/>
            <a:ext cx="438912" cy="43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960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supplies &amp; equipment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77240" y="22860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an independent contractor, you provide your own cleaning supplies and equipment for every job, at your own expense. The checklist below shows what's cleaned at each service level.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77240" y="4160520"/>
            <a:ext cx="5029200" cy="822960"/>
          </a:xfrm>
          <a:prstGeom prst="roundRect">
            <a:avLst>
              <a:gd name="adj" fmla="val 10000"/>
            </a:avLst>
          </a:prstGeom>
          <a:solidFill>
            <a:srgbClr val="C9E265"/>
          </a:solidFill>
          <a:ln/>
        </p:spPr>
      </p:sp>
      <p:sp>
        <p:nvSpPr>
          <p:cNvPr id="8" name="Text 4">
            <a:hlinkClick r:id="rId3" tooltip="Add your checklist link"/>
          </p:cNvPr>
          <p:cNvSpPr/>
          <p:nvPr/>
        </p:nvSpPr>
        <p:spPr>
          <a:xfrm>
            <a:off x="777240" y="4160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200" kern="0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Add your checklist 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THE CLEANING CHECKLIST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northcolumbuscleaning.com/checklist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D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02920"/>
            <a:ext cx="77724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C9E26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106424"/>
            <a:ext cx="438912" cy="43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960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Koala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77240" y="2286000"/>
            <a:ext cx="6766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Koala is the tool that keeps everything organized — your schedule, job details, and assignments, all in one place.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the Booking Koala for Providers app from the App Store or Google Play — direct links are in your welcome email and the online onboarding guide.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955280" y="2194560"/>
            <a:ext cx="3474720" cy="3108960"/>
          </a:xfrm>
          <a:prstGeom prst="roundRect">
            <a:avLst>
              <a:gd name="adj" fmla="val 9706"/>
            </a:avLst>
          </a:prstGeom>
          <a:solidFill>
            <a:srgbClr val="1A4D2E"/>
          </a:solidFill>
          <a:ln/>
        </p:spPr>
      </p:sp>
      <p:sp>
        <p:nvSpPr>
          <p:cNvPr id="8" name="Text 4"/>
          <p:cNvSpPr/>
          <p:nvPr/>
        </p:nvSpPr>
        <p:spPr>
          <a:xfrm>
            <a:off x="832104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app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321040" y="30632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your schedule</a:t>
            </a:r>
            <a:endParaRPr lang="en-US" sz="1600" dirty="0"/>
          </a:p>
          <a:p>
            <a:pPr marL="177800" indent="-1778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cleaning jobs</a:t>
            </a:r>
            <a:endParaRPr lang="en-US" sz="1600" dirty="0"/>
          </a:p>
          <a:p>
            <a:pPr marL="177800" indent="-1778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your progress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D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roundRect">
            <a:avLst>
              <a:gd name="adj" fmla="val 8250"/>
            </a:avLst>
          </a:prstGeom>
          <a:solidFill>
            <a:srgbClr val="1A4D2E"/>
          </a:solidFill>
          <a:ln/>
        </p:spPr>
      </p:sp>
      <p:sp>
        <p:nvSpPr>
          <p:cNvPr id="3" name="Shape 1"/>
          <p:cNvSpPr/>
          <p:nvPr/>
        </p:nvSpPr>
        <p:spPr>
          <a:xfrm>
            <a:off x="10165385" y="4831690"/>
            <a:ext cx="1492301" cy="1492301"/>
          </a:xfrm>
          <a:prstGeom prst="roundRect">
            <a:avLst>
              <a:gd name="adj" fmla="val 20221"/>
            </a:avLst>
          </a:prstGeom>
          <a:solidFill>
            <a:srgbClr val="FAF9F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5029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policies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86968" y="34747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B6CD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the next few slides we'll cover our policies and best practices — so expectations for management, cleaners, and clients all line up.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02920"/>
            <a:ext cx="77724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C9E26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106424"/>
            <a:ext cx="438912" cy="43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914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commitment to job completion</a:t>
            </a:r>
            <a:endParaRPr lang="en-US" sz="3300" dirty="0"/>
          </a:p>
        </p:txBody>
      </p:sp>
      <p:sp>
        <p:nvSpPr>
          <p:cNvPr id="6" name="Text 2"/>
          <p:cNvSpPr/>
          <p:nvPr/>
        </p:nvSpPr>
        <p:spPr>
          <a:xfrm>
            <a:off x="777240" y="219456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committed to completing every job to a high standard. We pay by the job, not by the hour — issued on Wednesday of the week after the work is done — to keep the focus on quality.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job is left incomplete or doesn't meet the checklist, the cleaner returns to finish it. That's how we keep our clients happy and our reputation solid.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8549640" y="2286000"/>
            <a:ext cx="2834640" cy="2468880"/>
          </a:xfrm>
          <a:prstGeom prst="roundRect">
            <a:avLst>
              <a:gd name="adj" fmla="val 12222"/>
            </a:avLst>
          </a:prstGeom>
          <a:solidFill>
            <a:srgbClr val="1A4D2E"/>
          </a:solidFill>
          <a:ln/>
        </p:spPr>
      </p:sp>
      <p:sp>
        <p:nvSpPr>
          <p:cNvPr id="8" name="Text 4"/>
          <p:cNvSpPr/>
          <p:nvPr/>
        </p:nvSpPr>
        <p:spPr>
          <a:xfrm>
            <a:off x="854964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C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by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549640" y="3017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job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854964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the hour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D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02920"/>
            <a:ext cx="77724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C9E26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106424"/>
            <a:ext cx="438912" cy="43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960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reminders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7724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You'll get text and email alerts so nothing slips: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777240" y="2834640"/>
            <a:ext cx="5074920" cy="1417320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97280" y="315468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C9E265"/>
          </a:solidFill>
          <a:ln/>
        </p:spPr>
      </p:sp>
      <p:sp>
        <p:nvSpPr>
          <p:cNvPr id="9" name="Text 5"/>
          <p:cNvSpPr/>
          <p:nvPr/>
        </p:nvSpPr>
        <p:spPr>
          <a:xfrm>
            <a:off x="109728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205740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bookings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057400" y="3547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job is assigned to you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336792" y="2834640"/>
            <a:ext cx="5074920" cy="1417320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656832" y="315468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C9E265"/>
          </a:solidFill>
          <a:ln/>
        </p:spPr>
      </p:sp>
      <p:sp>
        <p:nvSpPr>
          <p:cNvPr id="14" name="Text 10"/>
          <p:cNvSpPr/>
          <p:nvPr/>
        </p:nvSpPr>
        <p:spPr>
          <a:xfrm>
            <a:off x="6656832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616952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changes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616952" y="3547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details are updated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77240" y="4434840"/>
            <a:ext cx="5074920" cy="1417320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97280" y="475488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C9E265"/>
          </a:solidFill>
          <a:ln/>
        </p:spPr>
      </p:sp>
      <p:sp>
        <p:nvSpPr>
          <p:cNvPr id="19" name="Text 15"/>
          <p:cNvSpPr/>
          <p:nvPr/>
        </p:nvSpPr>
        <p:spPr>
          <a:xfrm>
            <a:off x="1097280" y="4754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2057400" y="4709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hours before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2057400" y="5148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heads-up the day before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336792" y="4434840"/>
            <a:ext cx="5074920" cy="1417320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56832" y="475488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C9E265"/>
          </a:solidFill>
          <a:ln/>
        </p:spPr>
      </p:sp>
      <p:sp>
        <p:nvSpPr>
          <p:cNvPr id="24" name="Text 20"/>
          <p:cNvSpPr/>
          <p:nvPr/>
        </p:nvSpPr>
        <p:spPr>
          <a:xfrm>
            <a:off x="6656832" y="4754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7616952" y="4709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hour before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616952" y="5148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final reminder before you go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D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02920"/>
            <a:ext cx="77724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C9E26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106424"/>
            <a:ext cx="438912" cy="43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960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channels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777240" y="22402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communication keeps the team running. Reach us however works best — and don't hesitate to raise questions or concerns.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543800" y="2468880"/>
            <a:ext cx="3886200" cy="2468880"/>
          </a:xfrm>
          <a:prstGeom prst="roundRect">
            <a:avLst>
              <a:gd name="adj" fmla="val 12222"/>
            </a:avLst>
          </a:prstGeom>
          <a:solidFill>
            <a:srgbClr val="1A4D2E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953512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0392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503920" y="3154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admin@northcolumbuscleaning.com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096512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392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or text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8503920" y="4297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(614) 714-3794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D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C9E265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5920" y="1965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 your onboarding paperwork at the secure link we sent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C9E26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5920" y="2926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the Booking Koala for Providers app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77240" y="3886200"/>
            <a:ext cx="640080" cy="640080"/>
          </a:xfrm>
          <a:prstGeom prst="ellipse">
            <a:avLst/>
          </a:prstGeom>
          <a:solidFill>
            <a:srgbClr val="C9E265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45920" y="3886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in, set your profile &amp; availability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77240" y="4846320"/>
            <a:ext cx="640080" cy="640080"/>
          </a:xfrm>
          <a:prstGeom prst="ellipse">
            <a:avLst/>
          </a:prstGeom>
          <a:solidFill>
            <a:srgbClr val="1A4D2E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45920" y="4846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taking cleaning jobs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D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280160"/>
            <a:ext cx="4114800" cy="4114800"/>
          </a:xfrm>
          <a:prstGeom prst="roundRect">
            <a:avLst>
              <a:gd name="adj" fmla="val 7333"/>
            </a:avLst>
          </a:prstGeom>
          <a:solidFill>
            <a:srgbClr val="2D7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454335" y="-1280160"/>
            <a:ext cx="3108960" cy="3108960"/>
          </a:xfrm>
          <a:prstGeom prst="roundRect">
            <a:avLst>
              <a:gd name="adj" fmla="val 9706"/>
            </a:avLst>
          </a:prstGeom>
          <a:solidFill>
            <a:srgbClr val="C9E265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612648"/>
            <a:ext cx="1243584" cy="1243584"/>
          </a:xfrm>
          <a:prstGeom prst="roundRect">
            <a:avLst>
              <a:gd name="adj" fmla="val 24265"/>
            </a:avLst>
          </a:prstGeom>
          <a:solidFill>
            <a:srgbClr val="FAF9F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51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795528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C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out any time — we're glad to help you get started.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9E2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02920"/>
            <a:ext cx="77724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868680"/>
            <a:ext cx="914400" cy="914400"/>
          </a:xfrm>
          <a:prstGeom prst="ellipse">
            <a:avLst/>
          </a:prstGeom>
          <a:solidFill>
            <a:srgbClr val="C9E26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106424"/>
            <a:ext cx="438912" cy="43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960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onboarding paperwork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7724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 a few quick steps through the secure link we text and email you: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777240" y="2834640"/>
            <a:ext cx="5074920" cy="1417320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97280" y="315468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C9E265"/>
          </a:solidFill>
          <a:ln/>
        </p:spPr>
      </p:sp>
      <p:sp>
        <p:nvSpPr>
          <p:cNvPr id="9" name="Text 5"/>
          <p:cNvSpPr/>
          <p:nvPr/>
        </p:nvSpPr>
        <p:spPr>
          <a:xfrm>
            <a:off x="109728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205740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your link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057400" y="3547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text &amp; email it after Booking Koala setup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336792" y="2834640"/>
            <a:ext cx="5074920" cy="1417320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656832" y="315468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C9E265"/>
          </a:solidFill>
          <a:ln/>
        </p:spPr>
      </p:sp>
      <p:sp>
        <p:nvSpPr>
          <p:cNvPr id="14" name="Text 10"/>
          <p:cNvSpPr/>
          <p:nvPr/>
        </p:nvSpPr>
        <p:spPr>
          <a:xfrm>
            <a:off x="6656832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616952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it's you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616952" y="3547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your email to get a 6-digit code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77240" y="4434840"/>
            <a:ext cx="5074920" cy="1417320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97280" y="475488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C9E265"/>
          </a:solidFill>
          <a:ln/>
        </p:spPr>
      </p:sp>
      <p:sp>
        <p:nvSpPr>
          <p:cNvPr id="19" name="Text 15"/>
          <p:cNvSpPr/>
          <p:nvPr/>
        </p:nvSpPr>
        <p:spPr>
          <a:xfrm>
            <a:off x="1097280" y="4754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2057400" y="4709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W-9 &amp; agreement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2057400" y="5148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out your W-9 and e-sign the contractor agreement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336792" y="4434840"/>
            <a:ext cx="5074920" cy="1417320"/>
          </a:xfrm>
          <a:prstGeom prst="roundRect">
            <a:avLst>
              <a:gd name="adj" fmla="val 21290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56832" y="475488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C9E265"/>
          </a:solidFill>
          <a:ln/>
        </p:spPr>
      </p:sp>
      <p:sp>
        <p:nvSpPr>
          <p:cNvPr id="24" name="Text 20"/>
          <p:cNvSpPr/>
          <p:nvPr/>
        </p:nvSpPr>
        <p:spPr>
          <a:xfrm>
            <a:off x="6656832" y="4754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7616952" y="4709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&amp; confirm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616952" y="5148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you've reviewed this guide, then you're cleared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D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985455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cleaner onboarding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Cleaner Onboarding</dc:title>
  <dc:subject>PptxGenJS Presentation</dc:subject>
  <dc:creator>North Columbus Cleaning Company</dc:creator>
  <cp:lastModifiedBy>North Columbus Cleaning Company</cp:lastModifiedBy>
  <cp:revision>1</cp:revision>
  <dcterms:created xsi:type="dcterms:W3CDTF">2026-06-02T19:51:46Z</dcterms:created>
  <dcterms:modified xsi:type="dcterms:W3CDTF">2026-06-02T19:51:46Z</dcterms:modified>
</cp:coreProperties>
</file>