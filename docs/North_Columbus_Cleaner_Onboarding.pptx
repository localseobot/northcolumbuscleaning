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hyperlink" Target="https://example.com/supply-checklist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57055" y="4023360"/>
            <a:ext cx="4114800" cy="4114800"/>
          </a:xfrm>
          <a:prstGeom prst="roundRect">
            <a:avLst>
              <a:gd name="adj" fmla="val 7333"/>
            </a:avLst>
          </a:prstGeom>
          <a:solidFill>
            <a:srgbClr val="2D7A4A"/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5120640"/>
            <a:ext cx="3108960" cy="3108960"/>
          </a:xfrm>
          <a:prstGeom prst="roundRect">
            <a:avLst>
              <a:gd name="adj" fmla="val 9706"/>
            </a:avLst>
          </a:prstGeom>
          <a:solidFill>
            <a:srgbClr val="C9E265"/>
          </a:solidFill>
          <a:ln/>
        </p:spPr>
      </p:sp>
      <p:sp>
        <p:nvSpPr>
          <p:cNvPr id="4" name="Shape 2"/>
          <p:cNvSpPr/>
          <p:nvPr/>
        </p:nvSpPr>
        <p:spPr>
          <a:xfrm>
            <a:off x="587959" y="542239"/>
            <a:ext cx="1430122" cy="1430122"/>
          </a:xfrm>
          <a:prstGeom prst="roundRect">
            <a:avLst>
              <a:gd name="adj" fmla="val 21100"/>
            </a:avLst>
          </a:prstGeom>
          <a:solidFill>
            <a:srgbClr val="FAF9F5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 COLUMBUS CLEANING COMPANY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58952" y="2743200"/>
            <a:ext cx="8412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000" b="1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C0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Presented by  </a:t>
            </a:r>
            <a:pPr indent="0" marL="0">
              <a:buNone/>
            </a:pPr>
            <a:r>
              <a:rPr lang="en-US" sz="1600" b="1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North Columbus Cleaning Team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822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to the team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777240" y="192024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 Columbus Cleaning Company is a local, professional cleaning service for homes and businesses across the North Columbus, Ohio area.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believe a clean, organized space makes everyday life better — and we get it right the first time. We're glad to have you on board.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8138160" y="1828800"/>
            <a:ext cx="3246120" cy="3108960"/>
          </a:xfrm>
          <a:prstGeom prst="roundRect">
            <a:avLst>
              <a:gd name="adj" fmla="val 9706"/>
            </a:avLst>
          </a:prstGeom>
          <a:solidFill>
            <a:srgbClr val="1A4D2E"/>
          </a:solidFill>
          <a:ln/>
        </p:spPr>
      </p:sp>
      <p:sp>
        <p:nvSpPr>
          <p:cNvPr id="6" name="Shape 3"/>
          <p:cNvSpPr/>
          <p:nvPr/>
        </p:nvSpPr>
        <p:spPr>
          <a:xfrm>
            <a:off x="8983980" y="2217420"/>
            <a:ext cx="1554480" cy="1554480"/>
          </a:xfrm>
          <a:prstGeom prst="roundRect">
            <a:avLst>
              <a:gd name="adj" fmla="val 19412"/>
            </a:avLst>
          </a:prstGeom>
          <a:solidFill>
            <a:srgbClr val="FAF9F5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423160"/>
            <a:ext cx="1143000" cy="1143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38160" y="39776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Done right.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C9E265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10642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0240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your role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777240" y="2286000"/>
            <a:ext cx="10607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an independent contractor cleaner, you choose your assignments and set your own schedule.</a:t>
            </a:r>
            <a:endParaRPr lang="en-US" sz="2000" dirty="0"/>
          </a:p>
          <a:p>
            <a:pPr indent="0" marL="0">
              <a:lnSpc>
                <a:spcPts val="31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job is to deliver thorough, detail-oriented cleaning to homes and businesses — working independently, keeping client information confidential, and communicating professionally.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value flexibility and take pride in your work, you'll fit right in.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C9E265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10642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0240" y="9601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Supplies &amp; equipment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777240" y="22860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trust you to choose the right products for each job. The checklist below covers the supplies and equipment we recommend to keep our clients' spaces clean to our standard.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777240" y="4160520"/>
            <a:ext cx="5029200" cy="822960"/>
          </a:xfrm>
          <a:prstGeom prst="roundRect">
            <a:avLst>
              <a:gd name="adj" fmla="val 10000"/>
            </a:avLst>
          </a:prstGeom>
          <a:solidFill>
            <a:srgbClr val="C9E265"/>
          </a:solidFill>
          <a:ln/>
        </p:spPr>
      </p:sp>
      <p:sp>
        <p:nvSpPr>
          <p:cNvPr id="8" name="Text 4">
            <a:hlinkClick r:id="rId3" tooltip="Add your checklist link"/>
          </p:cNvPr>
          <p:cNvSpPr/>
          <p:nvPr/>
        </p:nvSpPr>
        <p:spPr>
          <a:xfrm>
            <a:off x="777240" y="4160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spc="200" kern="0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Add your checklist lin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THE CLEANING SUPPLY CHECKLIST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77240" y="5029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northcolumbuscleaning.com/checklist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C9E265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10642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0240" y="9601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 Koala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777240" y="2286000"/>
            <a:ext cx="6766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 Koala is the tool that keeps everything organized — your schedule, job details, and assignments, all in one place.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Download the Booking Koala for Providers app from the Apple App Store or Google Play to manage your work.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7955280" y="2194560"/>
            <a:ext cx="3474720" cy="3108960"/>
          </a:xfrm>
          <a:prstGeom prst="roundRect">
            <a:avLst>
              <a:gd name="adj" fmla="val 9706"/>
            </a:avLst>
          </a:prstGeom>
          <a:solidFill>
            <a:srgbClr val="1A4D2E"/>
          </a:solidFill>
          <a:ln/>
        </p:spPr>
      </p:sp>
      <p:sp>
        <p:nvSpPr>
          <p:cNvPr id="8" name="Text 4"/>
          <p:cNvSpPr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app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321040" y="306324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 your schedule</a:t>
            </a:r>
            <a:endParaRPr lang="en-US" sz="1600" dirty="0"/>
          </a:p>
          <a:p>
            <a:pPr marL="177800" indent="-1778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 cleaning jobs</a:t>
            </a:r>
            <a:endParaRPr lang="en-US" sz="1600" dirty="0"/>
          </a:p>
          <a:p>
            <a:pPr marL="177800" indent="-177800">
              <a:lnSpc>
                <a:spcPts val="2200"/>
              </a:lnSpc>
              <a:buSzPct val="100000"/>
              <a:buChar char="•"/>
            </a:pPr>
            <a:r>
              <a:rPr lang="en-US" sz="1600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your progress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3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roundRect">
            <a:avLst>
              <a:gd name="adj" fmla="val 8250"/>
            </a:avLst>
          </a:prstGeom>
          <a:solidFill>
            <a:srgbClr val="1A4D2E"/>
          </a:solidFill>
          <a:ln/>
        </p:spPr>
      </p:sp>
      <p:sp>
        <p:nvSpPr>
          <p:cNvPr id="3" name="Shape 1"/>
          <p:cNvSpPr/>
          <p:nvPr/>
        </p:nvSpPr>
        <p:spPr>
          <a:xfrm>
            <a:off x="10165385" y="4831690"/>
            <a:ext cx="1492301" cy="1492301"/>
          </a:xfrm>
          <a:prstGeom prst="roundRect">
            <a:avLst>
              <a:gd name="adj" fmla="val 20221"/>
            </a:avLst>
          </a:prstGeom>
          <a:solidFill>
            <a:srgbClr val="FAF9F5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502920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3317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Company policies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86968" y="347472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B6CD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the next few slides we'll cover our policies and best practices — so expectations for management, cleaners, and clients all line up.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3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C9E265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10642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0240" y="914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commitment to job completion</a:t>
            </a:r>
            <a:endParaRPr lang="en-US" sz="3300" dirty="0"/>
          </a:p>
        </p:txBody>
      </p:sp>
      <p:sp>
        <p:nvSpPr>
          <p:cNvPr id="6" name="Text 2"/>
          <p:cNvSpPr/>
          <p:nvPr/>
        </p:nvSpPr>
        <p:spPr>
          <a:xfrm>
            <a:off x="777240" y="219456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We're committed to completing every job to a high standard. We pay by the job, not by the hour, to keep the focus on thoroughness and quality.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job is left incomplete or doesn't meet the checklist, the cleaner returns to finish it. That's how we keep our clients happy and our reputation solid.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8549640" y="2286000"/>
            <a:ext cx="2834640" cy="2468880"/>
          </a:xfrm>
          <a:prstGeom prst="roundRect">
            <a:avLst>
              <a:gd name="adj" fmla="val 12222"/>
            </a:avLst>
          </a:prstGeom>
          <a:solidFill>
            <a:srgbClr val="1A4D2E"/>
          </a:solidFill>
          <a:ln/>
        </p:spPr>
      </p:sp>
      <p:sp>
        <p:nvSpPr>
          <p:cNvPr id="8" name="Text 4"/>
          <p:cNvSpPr/>
          <p:nvPr/>
        </p:nvSpPr>
        <p:spPr>
          <a:xfrm>
            <a:off x="8549640" y="2697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C0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by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549640" y="30175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job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549640" y="3886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hour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C9E265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10642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0240" y="9601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reminders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7772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You'll get text and email alerts so nothing slips:</a:t>
            </a:r>
            <a:endParaRPr lang="en-US" sz="1900" dirty="0"/>
          </a:p>
        </p:txBody>
      </p:sp>
      <p:sp>
        <p:nvSpPr>
          <p:cNvPr id="7" name="Shape 3"/>
          <p:cNvSpPr/>
          <p:nvPr/>
        </p:nvSpPr>
        <p:spPr>
          <a:xfrm>
            <a:off x="777240" y="28346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97280" y="31546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9" name="Text 5"/>
          <p:cNvSpPr/>
          <p:nvPr/>
        </p:nvSpPr>
        <p:spPr>
          <a:xfrm>
            <a:off x="109728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2057400" y="3108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bookings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2057400" y="35478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job is assigned to you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336792" y="28346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656832" y="31546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14" name="Text 10"/>
          <p:cNvSpPr/>
          <p:nvPr/>
        </p:nvSpPr>
        <p:spPr>
          <a:xfrm>
            <a:off x="6656832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616952" y="3108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 changes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616952" y="35478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details are updated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77240" y="44348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97280" y="47548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19" name="Text 15"/>
          <p:cNvSpPr/>
          <p:nvPr/>
        </p:nvSpPr>
        <p:spPr>
          <a:xfrm>
            <a:off x="1097280" y="4754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2057400" y="4709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hours before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2057400" y="51480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heads-up the day before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336792" y="44348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56832" y="47548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24" name="Text 20"/>
          <p:cNvSpPr/>
          <p:nvPr/>
        </p:nvSpPr>
        <p:spPr>
          <a:xfrm>
            <a:off x="6656832" y="4754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7616952" y="4709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hour before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7616952" y="51480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final reminder before you go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C9E265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10642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0240" y="9601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Communication channels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777240" y="22402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communication keeps the team running. Reach us however works best — and don't hesitate to raise questions or concerns.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7543800" y="2468880"/>
            <a:ext cx="3886200" cy="2468880"/>
          </a:xfrm>
          <a:prstGeom prst="roundRect">
            <a:avLst>
              <a:gd name="adj" fmla="val 12222"/>
            </a:avLst>
          </a:prstGeom>
          <a:solidFill>
            <a:srgbClr val="1A4D2E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953512"/>
            <a:ext cx="365760" cy="365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03920" y="2834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8503920" y="31546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admin@northcolumbuscleaning.com</a:t>
            </a:r>
            <a:endParaRPr lang="en-US" sz="14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4096512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039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or text</a:t>
            </a:r>
            <a:endParaRPr lang="en-US" sz="1500" dirty="0"/>
          </a:p>
        </p:txBody>
      </p:sp>
      <p:sp>
        <p:nvSpPr>
          <p:cNvPr id="13" name="Text 7"/>
          <p:cNvSpPr/>
          <p:nvPr/>
        </p:nvSpPr>
        <p:spPr>
          <a:xfrm>
            <a:off x="8503920" y="42976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(614) 714-3794</a:t>
            </a:r>
            <a:endParaRPr lang="en-US" sz="1400" dirty="0"/>
          </a:p>
        </p:txBody>
      </p:sp>
      <p:sp>
        <p:nvSpPr>
          <p:cNvPr id="14" name="Text 8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steps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C9E265"/>
          </a:solidFill>
          <a:ln/>
        </p:spPr>
      </p:sp>
      <p:sp>
        <p:nvSpPr>
          <p:cNvPr id="5" name="Text 2"/>
          <p:cNvSpPr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645920" y="1965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your onboarding paperwork at the secure link we sent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77240" y="2926080"/>
            <a:ext cx="640080" cy="640080"/>
          </a:xfrm>
          <a:prstGeom prst="ellipse">
            <a:avLst/>
          </a:prstGeom>
          <a:solidFill>
            <a:srgbClr val="C9E265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45920" y="2926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Download the Booking Koala for Providers app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640080" cy="640080"/>
          </a:xfrm>
          <a:prstGeom prst="ellipse">
            <a:avLst/>
          </a:prstGeom>
          <a:solidFill>
            <a:srgbClr val="C9E265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645920" y="38862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in, set your profile &amp; availability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rgbClr val="1A4D2E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645920" y="48463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taking cleaning jobs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57055" y="-1280160"/>
            <a:ext cx="4114800" cy="4114800"/>
          </a:xfrm>
          <a:prstGeom prst="roundRect">
            <a:avLst>
              <a:gd name="adj" fmla="val 7333"/>
            </a:avLst>
          </a:prstGeom>
          <a:solidFill>
            <a:srgbClr val="2D7A4A"/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-1280160"/>
            <a:ext cx="3108960" cy="3108960"/>
          </a:xfrm>
          <a:prstGeom prst="roundRect">
            <a:avLst>
              <a:gd name="adj" fmla="val 9706"/>
            </a:avLst>
          </a:prstGeom>
          <a:solidFill>
            <a:srgbClr val="C9E265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612648"/>
            <a:ext cx="1243584" cy="1243584"/>
          </a:xfrm>
          <a:prstGeom prst="roundRect">
            <a:avLst>
              <a:gd name="adj" fmla="val 24265"/>
            </a:avLst>
          </a:prstGeom>
          <a:solidFill>
            <a:srgbClr val="FAF9F5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6517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9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Questions?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795528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C0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out any time — we're glad to help you get started.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9E2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3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02920"/>
            <a:ext cx="777240" cy="777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C9E265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10642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0240" y="9601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onboarding paperwork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7772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a few quick steps through the secure link we text and email you:</a:t>
            </a:r>
            <a:endParaRPr lang="en-US" sz="1900" dirty="0"/>
          </a:p>
        </p:txBody>
      </p:sp>
      <p:sp>
        <p:nvSpPr>
          <p:cNvPr id="7" name="Shape 3"/>
          <p:cNvSpPr/>
          <p:nvPr/>
        </p:nvSpPr>
        <p:spPr>
          <a:xfrm>
            <a:off x="777240" y="28346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97280" y="31546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9" name="Text 5"/>
          <p:cNvSpPr/>
          <p:nvPr/>
        </p:nvSpPr>
        <p:spPr>
          <a:xfrm>
            <a:off x="109728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2057400" y="3108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your link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2057400" y="35478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text &amp; email it after Booking Koala setup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336792" y="28346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656832" y="31546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14" name="Text 10"/>
          <p:cNvSpPr/>
          <p:nvPr/>
        </p:nvSpPr>
        <p:spPr>
          <a:xfrm>
            <a:off x="6656832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616952" y="3108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it's you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616952" y="35478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your email to get a 6-digit code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77240" y="44348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97280" y="47548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19" name="Text 15"/>
          <p:cNvSpPr/>
          <p:nvPr/>
        </p:nvSpPr>
        <p:spPr>
          <a:xfrm>
            <a:off x="1097280" y="4754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2057400" y="4709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W-9 &amp; agreement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2057400" y="51480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Fill out your W-9 and e-sign the contractor agreement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336792" y="4434840"/>
            <a:ext cx="5074920" cy="1417320"/>
          </a:xfrm>
          <a:prstGeom prst="roundRect">
            <a:avLst>
              <a:gd name="adj" fmla="val 21290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56832" y="4754880"/>
            <a:ext cx="777240" cy="777240"/>
          </a:xfrm>
          <a:prstGeom prst="roundRect">
            <a:avLst>
              <a:gd name="adj" fmla="val 10588"/>
            </a:avLst>
          </a:prstGeom>
          <a:solidFill>
            <a:srgbClr val="C9E265"/>
          </a:solidFill>
          <a:ln/>
        </p:spPr>
      </p:sp>
      <p:sp>
        <p:nvSpPr>
          <p:cNvPr id="24" name="Text 20"/>
          <p:cNvSpPr/>
          <p:nvPr/>
        </p:nvSpPr>
        <p:spPr>
          <a:xfrm>
            <a:off x="6656832" y="4754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7616952" y="4709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D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&amp; confirm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7616952" y="51480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you've reviewed this guide, then you're cleared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548640" y="6309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D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798545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cleaner onboarding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Cleaner Onboarding</dc:title>
  <dc:subject>PptxGenJS Presentation</dc:subject>
  <dc:creator>North Columbus Cleaning Company</dc:creator>
  <cp:lastModifiedBy>North Columbus Cleaning Company</cp:lastModifiedBy>
  <cp:revision>1</cp:revision>
  <dcterms:created xsi:type="dcterms:W3CDTF">2026-06-02T19:51:46Z</dcterms:created>
  <dcterms:modified xsi:type="dcterms:W3CDTF">2026-06-02T19:51:46Z</dcterms:modified>
</cp:coreProperties>
</file>